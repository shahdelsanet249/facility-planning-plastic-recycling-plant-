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78" d="100"/>
          <a:sy n="78" d="100"/>
        </p:scale>
        <p:origin x="4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0D9A-3577-E5B9-947E-A81A2430A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67931-6F01-35CD-891D-5D20084A6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D0B39-A0E5-3050-F59E-B28AE6127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AC7-3E90-FA44-88EE-A83AC1B22CE4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128A6-34DC-5DFE-438B-F714D98CD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D5C99-AB4A-F100-0550-F02CE476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955-D994-CB41-A7DE-45DCFC78C70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39408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2D2E6-3548-C890-E0D5-B4F209A5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9BE0A-8C0D-83FB-F72E-611C77C0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9D185-D1E4-BB15-15A7-C68B45334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AC7-3E90-FA44-88EE-A83AC1B22CE4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4631B-0582-1235-E36A-E0E06C048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3EB59-3EBD-3DBF-F2B3-3E7A59E6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955-D994-CB41-A7DE-45DCFC78C70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29981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DB20C-3734-B5D4-3988-3B6B36DC8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503FF-FBB3-34D8-1B1E-CE4AA58CB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28DC8-E02D-C328-8E2B-B32BFB0C3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AC7-3E90-FA44-88EE-A83AC1B22CE4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1F5A5-CADF-51FB-6A0D-39BF7E24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7E4B3-BDBD-F60E-7FD6-65CCD8C0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955-D994-CB41-A7DE-45DCFC78C70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975313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7BA94-6DE4-ED06-B4A2-B7286C3CC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05F1E-239D-42A7-44BA-478CB7B205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956DE-4436-AFDF-BFA5-4E2ED4364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9418B-D4CF-6E4A-C3F1-D398C02F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AC7-3E90-FA44-88EE-A83AC1B22CE4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6A1F9-284F-E3C3-21FE-29ED3151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CA6BC-6409-01EB-4566-3474EFC7A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955-D994-CB41-A7DE-45DCFC78C70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10932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8E0D3-2D17-FA04-96F6-221CD7C58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490BE-2A6E-F3F7-DC80-922A60DBD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0B6B1-6415-0367-FA2B-10CD02AE6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26F1F1-FEF2-B70E-F35E-EEAA9A4F4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41EEFF-4F01-1B4F-503C-65F7EC976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1AD0E8-2EDC-3FDA-FF91-363DB590A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AC7-3E90-FA44-88EE-A83AC1B22CE4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BE2440-8791-D2B0-2429-366AEE72E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DFC95E-6534-E465-1C91-4BFF9630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955-D994-CB41-A7DE-45DCFC78C70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25529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774B5-A4EE-4257-3640-611912F6C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81B461-E84B-DD48-BEB1-0ACD441A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AC7-3E90-FA44-88EE-A83AC1B22CE4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D2865A-A3FF-31DF-FF3D-61C8C177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DA2258-26BD-581C-5F63-4081DE46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955-D994-CB41-A7DE-45DCFC78C70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257105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EB1B21-CD44-A0FF-C14D-B5710EC36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AC7-3E90-FA44-88EE-A83AC1B22CE4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785A3B-9902-9D3A-A62E-D6723BBC0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C43D5-BFE2-1040-4BC6-587B4EDB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955-D994-CB41-A7DE-45DCFC78C70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40132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9EE68-3FAD-B46F-1A3F-C1C332B14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03635-31A8-5372-1DA6-BFDDAB6FA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BC11D-FF2E-4663-54BD-5276DB34F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7B8E1-750C-4AC1-BD4D-D163644A6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AC7-3E90-FA44-88EE-A83AC1B22CE4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3FCEA-F802-C712-AC5C-8C2F57831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02482-35A9-6520-AA18-BD1CECFC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955-D994-CB41-A7DE-45DCFC78C70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17297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4D1E-A25D-D629-B11A-38A8C9BB5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694A6A-B4DC-BB36-348B-E63B3E25F9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8EC00-A3C8-3A1D-8544-EF158525C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3BD61-3023-E11E-91E6-59707397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AC7-3E90-FA44-88EE-A83AC1B22CE4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B6485-46F0-0C62-DB6F-AE20D9AF8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BAF18-991F-3E62-6F22-93605F46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955-D994-CB41-A7DE-45DCFC78C70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24667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3A75-2B67-4719-1C40-81A06772E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3D8F2-D799-66CD-8864-B5D2F5C8D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847B0-8A4F-AEE2-209E-415BB57CC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AC7-3E90-FA44-88EE-A83AC1B22CE4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F4FAD-0EA6-B8AA-05EA-5637A104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1D2D9-E5BD-5091-0414-68443E04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955-D994-CB41-A7DE-45DCFC78C70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022650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BD2443-BB52-F9EE-C420-B02EC04F1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5CB3E-A0FC-744E-EEFC-BB7CF5D7B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73B1-AD32-BDE2-0435-EDB03DAF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4BAC7-3E90-FA44-88EE-A83AC1B22CE4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8C661-3E2D-11FD-1190-7DA78B4D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09682-DE97-B451-5DB3-3E74B136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955-D994-CB41-A7DE-45DCFC78C70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186795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6D3A8-2744-8B6F-6C2E-B0B5C9458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B8E02-FA72-66ED-36A1-F3C71C9F4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ED4C8-17CB-C5EE-A445-2BB6F3E40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4BAC7-3E90-FA44-88EE-A83AC1B22CE4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D4D6B-66DA-C67F-09EE-D8D1FB1503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F979C-6095-3CC3-8D72-05B6B2F8C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6C955-D994-CB41-A7DE-45DCFC78C70A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9846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F4254-6F2E-C594-E72C-5CC907FF4B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4977A9-0E35-D53F-7743-C691A3890A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761ED0-5544-23F8-7AB8-70B5886A8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9A5696-9B83-957C-1FA8-4DFA28BB6B10}"/>
              </a:ext>
            </a:extLst>
          </p:cNvPr>
          <p:cNvSpPr txBox="1"/>
          <p:nvPr/>
        </p:nvSpPr>
        <p:spPr>
          <a:xfrm>
            <a:off x="304800" y="3509963"/>
            <a:ext cx="332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/>
              <a:t>Presented to : Dr/ Aziz Ezat Elsaid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B2F36-CDC5-C39C-104E-B43B8BEA25E4}"/>
              </a:ext>
            </a:extLst>
          </p:cNvPr>
          <p:cNvSpPr txBox="1"/>
          <p:nvPr/>
        </p:nvSpPr>
        <p:spPr>
          <a:xfrm>
            <a:off x="178676" y="4172607"/>
            <a:ext cx="21756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/>
              <a:t>Presented by : </a:t>
            </a:r>
          </a:p>
          <a:p>
            <a:endParaRPr lang="en-EG" dirty="0"/>
          </a:p>
          <a:p>
            <a:r>
              <a:rPr lang="en-EG" dirty="0"/>
              <a:t>Shahd Mansour</a:t>
            </a:r>
          </a:p>
          <a:p>
            <a:r>
              <a:rPr lang="en-EG" dirty="0"/>
              <a:t>( 211002538 )</a:t>
            </a:r>
          </a:p>
          <a:p>
            <a:endParaRPr lang="en-EG" dirty="0"/>
          </a:p>
          <a:p>
            <a:endParaRPr lang="en-EG" dirty="0"/>
          </a:p>
          <a:p>
            <a:r>
              <a:rPr lang="en-EG" dirty="0"/>
              <a:t>Abdelrahman Hatem</a:t>
            </a:r>
          </a:p>
          <a:p>
            <a:r>
              <a:rPr lang="en-EG" dirty="0"/>
              <a:t>( 20100355 ) </a:t>
            </a:r>
          </a:p>
        </p:txBody>
      </p:sp>
    </p:spTree>
    <p:extLst>
      <p:ext uri="{BB962C8B-B14F-4D97-AF65-F5344CB8AC3E}">
        <p14:creationId xmlns:p14="http://schemas.microsoft.com/office/powerpoint/2010/main" val="336422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FA898-91E9-A9C5-5033-B2FB1D31E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2B34AD-28BF-C75D-9B5F-21DD9EB40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899377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C2CE-478A-173F-FC89-6DCF7973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E3047E-043B-3AD3-7822-34C392317A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16237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6E73D-DA2E-09C6-A261-ED643BB5E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843CDE-5637-B599-C202-D3268F45EC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862281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DD6F-E123-A4CD-B374-A256BAC94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3C53AD-7195-69E7-27C1-014303134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012745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AD67B-41CF-67CE-F5B6-16758556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F44572-AADB-90BF-D41E-0A70A20689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173597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6B47C-44D1-7431-FE8F-9FBEB0C6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29E081-1FAF-44AC-B2CA-92D2B0BD7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51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512445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E066-B3E7-6BDF-7B67-74851BB5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86E93B-7375-487F-2462-3886CA975F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86296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8FA8F-52D7-0CF4-58D2-12C00D2E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1018F1-7C95-787A-DD81-BDABF1B13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019969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CA7FE-5EAE-0A4C-33CD-BCF9D6EF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086EA1-6D39-2B15-24CE-E6B1A7BE9F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942279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1E92-1248-82CB-BC85-4329A404F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DBD1C7-7582-90D3-7788-0562361BEF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6046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A848-1974-7F43-69A5-239A266E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3A9707-0785-D227-A922-BEB23DC6B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149656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0F40C-4B7E-2C5A-E4FF-963E8DD34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7B2B00-BE72-DF3C-91FD-34BC07BDC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2084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58223-33ED-9A35-5A31-D575015AC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990267-C0B0-3EBD-1DDA-2DF8C81E57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10900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4E5F9-2AAF-F72D-C455-471F6354E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EC8B06-DA0A-5C61-5F07-971EF7093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9576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0C0E-32BA-798F-15FD-98FA98F00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DED478-811E-8C2C-E10A-8E203AC6A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04148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21</Words>
  <Application>Microsoft Office PowerPoint</Application>
  <PresentationFormat>Widescreen</PresentationFormat>
  <Paragraphs>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abdelrahman001@icloud.com</dc:creator>
  <cp:lastModifiedBy>Shahd Elsanet</cp:lastModifiedBy>
  <cp:revision>2</cp:revision>
  <dcterms:created xsi:type="dcterms:W3CDTF">2026-05-02T15:24:28Z</dcterms:created>
  <dcterms:modified xsi:type="dcterms:W3CDTF">2026-05-02T21:41:02Z</dcterms:modified>
</cp:coreProperties>
</file>